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3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11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3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05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5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7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23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2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61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9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3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IoT Air Quality Monitoring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Real-Time Air Quality Monitoring with ML Predictions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323232"/>
                </a:solidFill>
              </a:defRPr>
            </a:pPr>
            <a:r>
              <a:t>The IoT Air Quality Monitoring System is a comprehensive solution that combines Internet of Things (IoT) sensors, machine learning algorithms, and web-based visualization to provide real-time air quality monitoring and predictions.</a:t>
            </a:r>
          </a:p>
          <a:p>
            <a:pPr>
              <a:lnSpc>
                <a:spcPct val="130000"/>
              </a:lnSpc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lnSpc>
                <a:spcPct val="130000"/>
              </a:lnSpc>
              <a:defRPr sz="1600">
                <a:solidFill>
                  <a:srgbClr val="323232"/>
                </a:solidFill>
              </a:defRPr>
            </a:pPr>
            <a:r>
              <a:t>The system uses ESP32 microcontroller integrated with DHT22 (temperature/humidity) and MQ-135 (air quality) sensors to continuously monitor environmental conditions. The collected data is transmitted to a Flask-based web server that processes it through an ensemble machine learning model achieving 81.66% accuracy (R² score).</a:t>
            </a:r>
          </a:p>
          <a:p>
            <a:pPr>
              <a:lnSpc>
                <a:spcPct val="130000"/>
              </a:lnSpc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lnSpc>
                <a:spcPct val="130000"/>
              </a:lnSpc>
              <a:defRPr sz="1600">
                <a:solidFill>
                  <a:srgbClr val="323232"/>
                </a:solidFill>
              </a:defRPr>
            </a:pPr>
            <a:r>
              <a:t>The web dashboard provides real-time AQI (Air Quality Index) display, 6-hour forecasting, historical data analysis, multi-device management, and automated alert systems. The platform supports multiple users with secure authentication and includes production-ready features like automated backups, rate limiting, and comprehensive logging.</a:t>
            </a:r>
          </a:p>
          <a:p>
            <a:pPr>
              <a:lnSpc>
                <a:spcPct val="130000"/>
              </a:lnSpc>
              <a:defRPr sz="1600">
                <a:solidFill>
                  <a:srgbClr val="323232"/>
                </a:solidFill>
              </a:defRPr>
            </a:pPr>
            <a:endParaRPr/>
          </a:p>
          <a:p>
            <a:pPr>
              <a:lnSpc>
                <a:spcPct val="130000"/>
              </a:lnSpc>
              <a:defRPr sz="1600">
                <a:solidFill>
                  <a:srgbClr val="323232"/>
                </a:solidFill>
              </a:defRPr>
            </a:pPr>
            <a:r>
              <a:t>This system is ideal for homes, offices, industries, healthcare facilities, and educational institutions requiring continuous air quality monitoring with predictive capabilities.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solidFill>
            <a:srgbClr val="E6EB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7EEA"/>
                </a:solidFill>
              </a:rPr>
              <a:t>Hardware Layer: </a:t>
            </a:r>
            <a:r>
              <a:rPr sz="1300">
                <a:solidFill>
                  <a:srgbClr val="323232"/>
                </a:solidFill>
              </a:rPr>
              <a:t>ESP32 + DHT22 + MQ-135 sensors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31720"/>
            <a:ext cx="7315200" cy="548640"/>
          </a:xfrm>
          <a:prstGeom prst="rect">
            <a:avLst/>
          </a:prstGeom>
          <a:solidFill>
            <a:srgbClr val="E6EB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7EEA"/>
                </a:solidFill>
              </a:rPr>
              <a:t>Communication: </a:t>
            </a:r>
            <a:r>
              <a:rPr sz="1300">
                <a:solidFill>
                  <a:srgbClr val="323232"/>
                </a:solidFill>
              </a:rPr>
              <a:t>WiFi/HTTP data transmission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solidFill>
            <a:srgbClr val="E6EB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7EEA"/>
                </a:solidFill>
              </a:rPr>
              <a:t>Backend Server: </a:t>
            </a:r>
            <a:r>
              <a:rPr sz="1300">
                <a:solidFill>
                  <a:srgbClr val="323232"/>
                </a:solidFill>
              </a:rPr>
              <a:t>Flask + SQLAlchemy + ML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703320"/>
            <a:ext cx="7315200" cy="548640"/>
          </a:xfrm>
          <a:prstGeom prst="rect">
            <a:avLst/>
          </a:prstGeom>
          <a:solidFill>
            <a:srgbClr val="E6EB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7EEA"/>
                </a:solidFill>
              </a:rPr>
              <a:t>Machine Learning: </a:t>
            </a:r>
            <a:r>
              <a:rPr sz="1300">
                <a:solidFill>
                  <a:srgbClr val="323232"/>
                </a:solidFill>
              </a:rPr>
              <a:t>Ensemble model (RF + GBM + SVR + Ridge)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solidFill>
            <a:srgbClr val="E6EB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7EEA"/>
                </a:solidFill>
              </a:rPr>
              <a:t>Database: </a:t>
            </a:r>
            <a:r>
              <a:rPr sz="1300">
                <a:solidFill>
                  <a:srgbClr val="323232"/>
                </a:solidFill>
              </a:rPr>
              <a:t>SQLite with automated backups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074920"/>
            <a:ext cx="7315200" cy="548640"/>
          </a:xfrm>
          <a:prstGeom prst="rect">
            <a:avLst/>
          </a:prstGeom>
          <a:solidFill>
            <a:srgbClr val="E6EB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7EEA"/>
                </a:solidFill>
              </a:rPr>
              <a:t>Frontend: </a:t>
            </a:r>
            <a:r>
              <a:rPr sz="1300">
                <a:solidFill>
                  <a:srgbClr val="323232"/>
                </a:solidFill>
              </a:rPr>
              <a:t>Responsive web dashboard (HTML/CSS/JS)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760720"/>
            <a:ext cx="7315200" cy="548640"/>
          </a:xfrm>
          <a:prstGeom prst="rect">
            <a:avLst/>
          </a:prstGeom>
          <a:solidFill>
            <a:srgbClr val="E6EBF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67EEA"/>
                </a:solidFill>
              </a:rPr>
              <a:t>Services: </a:t>
            </a:r>
            <a:r>
              <a:rPr sz="1300">
                <a:solidFill>
                  <a:srgbClr val="323232"/>
                </a:solidFill>
              </a:rPr>
              <a:t>Email alerts, rate limiting,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Key Features -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🌐 Real-Time Monitoring
</a:t>
            </a:r>
          </a:p>
          <a:p>
            <a:r>
              <a:rPr sz="1300">
                <a:solidFill>
                  <a:srgbClr val="464646"/>
                </a:solidFill>
              </a:rPr>
              <a:t>Live AQI updates every 5 seconds with color-coded status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🤖 Machine Learning
</a:t>
            </a:r>
          </a:p>
          <a:p>
            <a:r>
              <a:rPr sz="1300">
                <a:solidFill>
                  <a:srgbClr val="464646"/>
                </a:solidFill>
              </a:rPr>
              <a:t>81.66% accuracy ensemble model with 23 engineered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📊 6-Hour Forecasting
</a:t>
            </a:r>
          </a:p>
          <a:p>
            <a:r>
              <a:rPr sz="1300">
                <a:solidFill>
                  <a:srgbClr val="464646"/>
                </a:solidFill>
              </a:rPr>
              <a:t>Predictive analytics for future air quality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📱 Responsive Dashboard
</a:t>
            </a:r>
          </a:p>
          <a:p>
            <a:r>
              <a:rPr sz="1300">
                <a:solidFill>
                  <a:srgbClr val="464646"/>
                </a:solidFill>
              </a:rPr>
              <a:t>Modern web interface optimized for desktop, tablet, and mobile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🔐 User Authentication
</a:t>
            </a:r>
          </a:p>
          <a:p>
            <a:r>
              <a:rPr sz="1300">
                <a:solidFill>
                  <a:srgbClr val="464646"/>
                </a:solidFill>
              </a:rPr>
              <a:t>Secure login system with password hashing and session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💾 Data Storage
</a:t>
            </a:r>
          </a:p>
          <a:p>
            <a:r>
              <a:rPr sz="1300">
                <a:solidFill>
                  <a:srgbClr val="464646"/>
                </a:solidFill>
              </a:rPr>
              <a:t>SQLite database with unlimited historical data retention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Key Features -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⚠️ Alert System
</a:t>
            </a:r>
          </a:p>
          <a:p>
            <a:r>
              <a:rPr sz="1300">
                <a:solidFill>
                  <a:srgbClr val="464646"/>
                </a:solidFill>
              </a:rPr>
              <a:t>Automated alerts with email notifications and buzzer warnings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📈 Trend Analysis
</a:t>
            </a:r>
          </a:p>
          <a:p>
            <a:r>
              <a:rPr sz="1300">
                <a:solidFill>
                  <a:srgbClr val="464646"/>
                </a:solidFill>
              </a:rPr>
              <a:t>Improving/worsening/stable trend detection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🔍 Anomaly Detection
</a:t>
            </a:r>
          </a:p>
          <a:p>
            <a:r>
              <a:rPr sz="1300">
                <a:solidFill>
                  <a:srgbClr val="464646"/>
                </a:solidFill>
              </a:rPr>
              <a:t>Real-time identification of unusual air quality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📥 Data Export
</a:t>
            </a:r>
          </a:p>
          <a:p>
            <a:r>
              <a:rPr sz="1300">
                <a:solidFill>
                  <a:srgbClr val="464646"/>
                </a:solidFill>
              </a:rPr>
              <a:t>Download historical data in CSV format for further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🛠️ Admin Panel
</a:t>
            </a:r>
          </a:p>
          <a:p>
            <a:r>
              <a:rPr sz="1300">
                <a:solidFill>
                  <a:srgbClr val="464646"/>
                </a:solidFill>
              </a:rPr>
              <a:t>System management with backup, cleanup, and optimization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67EEA"/>
                </a:solidFill>
              </a:rPr>
              <a:t>🚀 Production Ready
</a:t>
            </a:r>
          </a:p>
          <a:p>
            <a:r>
              <a:rPr sz="1300">
                <a:solidFill>
                  <a:srgbClr val="464646"/>
                </a:solidFill>
              </a:rPr>
              <a:t>Rate limiting, logging, automated backups, and 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System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64BA2"/>
                </a:solidFill>
              </a:rPr>
              <a:t>Hardware Requirements
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ESP32 Development Board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DHT22 Temperature/Humidity Sensor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MQ-135 Air Quality Sensor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Buzzer (optional for alerts)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USB Cable for programming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Breadboard and jumper wires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5V Power supply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64BA2"/>
                </a:solidFill>
              </a:rPr>
              <a:t>Software Requirements
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Python 3.10 or higher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Flask web framework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SQLite database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scikit-learn (ML library)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pandas &amp; numpy (data processing)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Arduino IDE (for ESP32)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Modern web browser</a:t>
            </a:r>
          </a:p>
          <a:p>
            <a:pPr>
              <a:spcAft>
                <a:spcPts val="800"/>
              </a:spcAft>
              <a:defRPr sz="1400">
                <a:solidFill>
                  <a:srgbClr val="323232"/>
                </a:solidFill>
              </a:defRPr>
            </a:pPr>
            <a:r>
              <a:t>• WiFi network connection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7EEA"/>
                </a:solidFill>
              </a:rPr>
              <a:t>🏠 Home Automation
</a:t>
            </a:r>
          </a:p>
          <a:p>
            <a:r>
              <a:rPr sz="1200">
                <a:solidFill>
                  <a:srgbClr val="464646"/>
                </a:solidFill>
              </a:rPr>
              <a:t>Monitor indoor air quality, automate ventilation systems, ensure healthy living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7EEA"/>
                </a:solidFill>
              </a:rPr>
              <a:t>🏢 Office &amp; Workplace
</a:t>
            </a:r>
          </a:p>
          <a:p>
            <a:r>
              <a:rPr sz="1200">
                <a:solidFill>
                  <a:srgbClr val="464646"/>
                </a:solidFill>
              </a:rPr>
              <a:t>Maintain optimal work conditions, compliance monitoring, productivity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7EEA"/>
                </a:solidFill>
              </a:rPr>
              <a:t>🏭 Industrial Safety
</a:t>
            </a:r>
          </a:p>
          <a:p>
            <a:r>
              <a:rPr sz="1200">
                <a:solidFill>
                  <a:srgbClr val="464646"/>
                </a:solidFill>
              </a:rPr>
              <a:t>Track hazardous gases, worker safety alerts, regulatory compliance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7EEA"/>
                </a:solidFill>
              </a:rPr>
              <a:t>🏥 Healthcare Facilities
</a:t>
            </a:r>
          </a:p>
          <a:p>
            <a:r>
              <a:rPr sz="1200">
                <a:solidFill>
                  <a:srgbClr val="464646"/>
                </a:solidFill>
              </a:rPr>
              <a:t>Patient room monitoring, infection control, air purification system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7EEA"/>
                </a:solidFill>
              </a:rPr>
              <a:t>🎓 Educational Institutions
</a:t>
            </a:r>
          </a:p>
          <a:p>
            <a:r>
              <a:rPr sz="1200">
                <a:solidFill>
                  <a:srgbClr val="464646"/>
                </a:solidFill>
              </a:rPr>
              <a:t>Classroom air quality, laboratory safety, environmental science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67EEA"/>
                </a:solidFill>
              </a:rPr>
              <a:t>🌍 Environmental Research
</a:t>
            </a:r>
          </a:p>
          <a:p>
            <a:r>
              <a:rPr sz="1200">
                <a:solidFill>
                  <a:srgbClr val="464646"/>
                </a:solidFill>
              </a:rPr>
              <a:t>Weather stations, pollution studies, community air quality mapping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Technical Specifications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7315200" cy="502920"/>
          </a:xfrm>
          <a:prstGeom prst="rect">
            <a:avLst/>
          </a:prstGeom>
          <a:solidFill>
            <a:srgbClr val="F0F5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7EEA"/>
                </a:solidFill>
              </a:rPr>
              <a:t>Machine Learning Model: </a:t>
            </a:r>
            <a:r>
              <a:rPr sz="1200">
                <a:solidFill>
                  <a:srgbClr val="323232"/>
                </a:solidFill>
              </a:rPr>
              <a:t>Ensemble (RF + GBM + SVR + Ridge) </a:t>
            </a:r>
            <a:r>
              <a:rPr sz="1000" i="1">
                <a:solidFill>
                  <a:srgbClr val="646464"/>
                </a:solidFill>
              </a:rPr>
              <a:t>(81.66% R² accuracy)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7315200" cy="502920"/>
          </a:xfrm>
          <a:prstGeom prst="rect">
            <a:avLst/>
          </a:prstGeom>
          <a:solidFill>
            <a:srgbClr val="F0F5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7EEA"/>
                </a:solidFill>
              </a:rPr>
              <a:t>Feature Engineering: </a:t>
            </a:r>
            <a:r>
              <a:rPr sz="1200">
                <a:solidFill>
                  <a:srgbClr val="323232"/>
                </a:solidFill>
              </a:rPr>
              <a:t>23 features from 3 base sensors </a:t>
            </a:r>
            <a:r>
              <a:rPr sz="1000" i="1">
                <a:solidFill>
                  <a:srgbClr val="646464"/>
                </a:solidFill>
              </a:rPr>
              <a:t>(Temperature, humidity, AQI)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7315200" cy="502920"/>
          </a:xfrm>
          <a:prstGeom prst="rect">
            <a:avLst/>
          </a:prstGeom>
          <a:solidFill>
            <a:srgbClr val="F0F5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7EEA"/>
                </a:solidFill>
              </a:rPr>
              <a:t>Prediction Speed: </a:t>
            </a:r>
            <a:r>
              <a:rPr sz="1200">
                <a:solidFill>
                  <a:srgbClr val="323232"/>
                </a:solidFill>
              </a:rPr>
              <a:t>&lt; 50ms per reading </a:t>
            </a:r>
            <a:r>
              <a:rPr sz="1000" i="1">
                <a:solidFill>
                  <a:srgbClr val="646464"/>
                </a:solidFill>
              </a:rPr>
              <a:t>(Real-time processing)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37560"/>
            <a:ext cx="7315200" cy="502920"/>
          </a:xfrm>
          <a:prstGeom prst="rect">
            <a:avLst/>
          </a:prstGeom>
          <a:solidFill>
            <a:srgbClr val="F0F5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7EEA"/>
                </a:solidFill>
              </a:rPr>
              <a:t>Dashboard Performance: </a:t>
            </a:r>
            <a:r>
              <a:rPr sz="1200">
                <a:solidFill>
                  <a:srgbClr val="323232"/>
                </a:solidFill>
              </a:rPr>
              <a:t>&lt; 2 seconds load time </a:t>
            </a:r>
            <a:r>
              <a:rPr sz="1000" i="1">
                <a:solidFill>
                  <a:srgbClr val="646464"/>
                </a:solidFill>
              </a:rPr>
              <a:t>(Auto-refresh: 5 seconds)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31920"/>
            <a:ext cx="7315200" cy="502920"/>
          </a:xfrm>
          <a:prstGeom prst="rect">
            <a:avLst/>
          </a:prstGeom>
          <a:solidFill>
            <a:srgbClr val="F0F5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7EEA"/>
                </a:solidFill>
              </a:rPr>
              <a:t>API Rate Limiting: </a:t>
            </a:r>
            <a:r>
              <a:rPr sz="1200">
                <a:solidFill>
                  <a:srgbClr val="323232"/>
                </a:solidFill>
              </a:rPr>
              <a:t>10-100 requests/minute </a:t>
            </a:r>
            <a:r>
              <a:rPr sz="1000" i="1">
                <a:solidFill>
                  <a:srgbClr val="646464"/>
                </a:solidFill>
              </a:rPr>
              <a:t>(DDoS protection)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solidFill>
            <a:srgbClr val="F0F5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7EEA"/>
                </a:solidFill>
              </a:rPr>
              <a:t>Data Storage: </a:t>
            </a:r>
            <a:r>
              <a:rPr sz="1200">
                <a:solidFill>
                  <a:srgbClr val="323232"/>
                </a:solidFill>
              </a:rPr>
              <a:t>SQLite with unlimited retention </a:t>
            </a:r>
            <a:r>
              <a:rPr sz="1000" i="1">
                <a:solidFill>
                  <a:srgbClr val="646464"/>
                </a:solidFill>
              </a:rPr>
              <a:t>(Automated daily backups)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5120640"/>
            <a:ext cx="7315200" cy="502920"/>
          </a:xfrm>
          <a:prstGeom prst="rect">
            <a:avLst/>
          </a:prstGeom>
          <a:solidFill>
            <a:srgbClr val="F0F5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7EEA"/>
                </a:solidFill>
              </a:rPr>
              <a:t>Concurrent Users: </a:t>
            </a:r>
            <a:r>
              <a:rPr sz="1200">
                <a:solidFill>
                  <a:srgbClr val="323232"/>
                </a:solidFill>
              </a:rPr>
              <a:t>50+ simultaneous users </a:t>
            </a:r>
            <a:r>
              <a:rPr sz="1000" i="1">
                <a:solidFill>
                  <a:srgbClr val="646464"/>
                </a:solidFill>
              </a:rPr>
              <a:t>(Session management)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715000"/>
            <a:ext cx="7315200" cy="502920"/>
          </a:xfrm>
          <a:prstGeom prst="rect">
            <a:avLst/>
          </a:prstGeom>
          <a:solidFill>
            <a:srgbClr val="F0F5FF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67EEA"/>
                </a:solidFill>
              </a:rPr>
              <a:t>Uptime: </a:t>
            </a:r>
            <a:r>
              <a:rPr sz="1200">
                <a:solidFill>
                  <a:srgbClr val="323232"/>
                </a:solidFill>
              </a:rPr>
              <a:t>99%+ availability </a:t>
            </a:r>
            <a:r>
              <a:rPr sz="1000" i="1">
                <a:solidFill>
                  <a:srgbClr val="646464"/>
                </a:solidFill>
              </a:rPr>
              <a:t>(Production-ready)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System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8A745"/>
                </a:solidFill>
              </a:rPr>
              <a:t>✓ Cost-Effective
</a:t>
            </a:r>
          </a:p>
          <a:p>
            <a:r>
              <a:rPr sz="1200">
                <a:solidFill>
                  <a:srgbClr val="464646"/>
                </a:solidFill>
              </a:rPr>
              <a:t>Affordable hardware ($30-50), open-source software, no subscription fees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8A745"/>
                </a:solidFill>
              </a:rPr>
              <a:t>✓ Easy Deployment
</a:t>
            </a:r>
          </a:p>
          <a:p>
            <a:r>
              <a:rPr sz="1200">
                <a:solidFill>
                  <a:srgbClr val="464646"/>
                </a:solidFill>
              </a:rPr>
              <a:t>Plug-and-play sensors, simple WiFi setup, web-based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8A745"/>
                </a:solidFill>
              </a:rPr>
              <a:t>✓ Scalability
</a:t>
            </a:r>
          </a:p>
          <a:p>
            <a:r>
              <a:rPr sz="1200">
                <a:solidFill>
                  <a:srgbClr val="464646"/>
                </a:solidFill>
              </a:rPr>
              <a:t>Support for multiple devices, multi-user access, expandable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8A745"/>
                </a:solidFill>
              </a:rPr>
              <a:t>✓ Data-Driven Insights
</a:t>
            </a:r>
          </a:p>
          <a:p>
            <a:r>
              <a:rPr sz="1200">
                <a:solidFill>
                  <a:srgbClr val="464646"/>
                </a:solidFill>
              </a:rPr>
              <a:t>Historical trends, predictive analytics, actionable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8A745"/>
                </a:solidFill>
              </a:rPr>
              <a:t>✓ Proactive Alerts
</a:t>
            </a:r>
          </a:p>
          <a:p>
            <a:r>
              <a:rPr sz="1200">
                <a:solidFill>
                  <a:srgbClr val="464646"/>
                </a:solidFill>
              </a:rPr>
              <a:t>Early warning system, prevent health issues, automated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8A745"/>
                </a:solidFill>
              </a:rPr>
              <a:t>✓ Maintenance-Free
</a:t>
            </a:r>
          </a:p>
          <a:p>
            <a:r>
              <a:rPr sz="1200">
                <a:solidFill>
                  <a:srgbClr val="464646"/>
                </a:solidFill>
              </a:rPr>
              <a:t>Automated backups, self-healing database, minimal manual intervention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8A745"/>
                </a:solidFill>
              </a:rPr>
              <a:t>✓ Privacy-Focused
</a:t>
            </a:r>
          </a:p>
          <a:p>
            <a:r>
              <a:rPr sz="1200">
                <a:solidFill>
                  <a:srgbClr val="464646"/>
                </a:solidFill>
              </a:rPr>
              <a:t>Local data storage, no cloud dependency, user-controlled access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67EEA"/>
                </a:solidFill>
              </a:defRPr>
            </a:pPr>
            <a:r>
              <a:t>📊 Dashboard Page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Real-time AQI display with color-coded status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4 stat cards: Total devices, readings, alerts, avg AQI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6-hour forecast chart with trend visualization</a:t>
            </a:r>
          </a:p>
          <a:p>
            <a:endParaRPr/>
          </a:p>
          <a:p>
            <a:pPr>
              <a:defRPr sz="600">
                <a:solidFill>
                  <a:srgbClr val="323232"/>
                </a:solidFill>
              </a:defRPr>
            </a:pPr>
            <a:endParaRPr/>
          </a:p>
          <a:p>
            <a:endParaRPr/>
          </a:p>
          <a:p>
            <a:pPr>
              <a:defRPr sz="1400" b="1">
                <a:solidFill>
                  <a:srgbClr val="667EEA"/>
                </a:solidFill>
              </a:defRPr>
            </a:pPr>
            <a:r>
              <a:t>🔌 Devices Page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Register and manage multiple IoT devices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Real-time online/offline status indicators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Last seen timestamp for each device</a:t>
            </a:r>
          </a:p>
          <a:p>
            <a:endParaRPr/>
          </a:p>
          <a:p>
            <a:pPr>
              <a:defRPr sz="600">
                <a:solidFill>
                  <a:srgbClr val="323232"/>
                </a:solidFill>
              </a:defRPr>
            </a:pPr>
            <a:endParaRPr/>
          </a:p>
          <a:p>
            <a:endParaRPr/>
          </a:p>
          <a:p>
            <a:pPr>
              <a:defRPr sz="1400" b="1">
                <a:solidFill>
                  <a:srgbClr val="667EEA"/>
                </a:solidFill>
              </a:defRPr>
            </a:pPr>
            <a:r>
              <a:t>📈 History Page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Historical data table with filtering options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Date range selector and device filter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Sortable columns for easy analysis</a:t>
            </a:r>
          </a:p>
          <a:p>
            <a:endParaRPr/>
          </a:p>
          <a:p>
            <a:pPr>
              <a:defRPr sz="600">
                <a:solidFill>
                  <a:srgbClr val="323232"/>
                </a:solidFill>
              </a:defRPr>
            </a:pPr>
            <a:endParaRPr/>
          </a:p>
          <a:p>
            <a:endParaRPr/>
          </a:p>
          <a:p>
            <a:pPr>
              <a:defRPr sz="1400" b="1">
                <a:solidFill>
                  <a:srgbClr val="667EEA"/>
                </a:solidFill>
              </a:defRPr>
            </a:pPr>
            <a:r>
              <a:t>⚠️ Alerts Page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Alert history with severity levels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Acknowledgment system to mark alerts as reviewed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Filter by device and alert type</a:t>
            </a:r>
          </a:p>
          <a:p>
            <a:endParaRPr/>
          </a:p>
          <a:p>
            <a:pPr>
              <a:defRPr sz="600">
                <a:solidFill>
                  <a:srgbClr val="323232"/>
                </a:solidFill>
              </a:defRPr>
            </a:pPr>
            <a:endParaRPr/>
          </a:p>
          <a:p>
            <a:endParaRPr/>
          </a:p>
          <a:p>
            <a:pPr>
              <a:defRPr sz="1400" b="1">
                <a:solidFill>
                  <a:srgbClr val="667EEA"/>
                </a:solidFill>
              </a:defRPr>
            </a:pPr>
            <a:r>
              <a:t>📥 Export Page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Download data in CSV format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Date range and device selection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One-click export functionality</a:t>
            </a:r>
          </a:p>
          <a:p>
            <a:endParaRPr/>
          </a:p>
          <a:p>
            <a:pPr>
              <a:defRPr sz="600">
                <a:solidFill>
                  <a:srgbClr val="323232"/>
                </a:solidFill>
              </a:defRPr>
            </a:pPr>
            <a:endParaRPr/>
          </a:p>
          <a:p>
            <a:endParaRPr/>
          </a:p>
          <a:p>
            <a:pPr>
              <a:defRPr sz="1400" b="1">
                <a:solidFill>
                  <a:srgbClr val="667EEA"/>
                </a:solidFill>
              </a:defRPr>
            </a:pPr>
            <a:r>
              <a:t>⚙️ Settings Page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Configure AQI thresholds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Email notification settings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Alert cooldown periods</a:t>
            </a:r>
          </a:p>
          <a:p>
            <a:endParaRPr/>
          </a:p>
          <a:p>
            <a:pPr>
              <a:defRPr sz="600">
                <a:solidFill>
                  <a:srgbClr val="323232"/>
                </a:solidFill>
              </a:defRPr>
            </a:pPr>
            <a:endParaRPr/>
          </a:p>
          <a:p>
            <a:endParaRPr/>
          </a:p>
          <a:p>
            <a:pPr>
              <a:defRPr sz="1400" b="1">
                <a:solidFill>
                  <a:srgbClr val="667EEA"/>
                </a:solidFill>
              </a:defRPr>
            </a:pPr>
            <a:r>
              <a:t>🛡️ Admin Panel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System statistics and health monitoring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Database backup and restore</a:t>
            </a:r>
          </a:p>
          <a:p>
            <a:endParaRPr/>
          </a:p>
          <a:p>
            <a:pPr lvl="1">
              <a:defRPr sz="1200">
                <a:solidFill>
                  <a:srgbClr val="323232"/>
                </a:solidFill>
              </a:defRPr>
            </a:pPr>
            <a:r>
              <a:t>   • Data cleanup and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67EE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🌐 Cloud Integration: </a:t>
            </a:r>
            <a:r>
              <a:rPr sz="1200">
                <a:solidFill>
                  <a:srgbClr val="464646"/>
                </a:solidFill>
              </a:rPr>
              <a:t>AWS/Azure deployment for global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📱 Mobile Application: </a:t>
            </a:r>
            <a:r>
              <a:rPr sz="1200">
                <a:solidFill>
                  <a:srgbClr val="464646"/>
                </a:solidFill>
              </a:rPr>
              <a:t>Native iOS/Android apps with push 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🤖 Advanced AI Models: </a:t>
            </a:r>
            <a:r>
              <a:rPr sz="1200">
                <a:solidFill>
                  <a:srgbClr val="464646"/>
                </a:solidFill>
              </a:rPr>
              <a:t>Deep learning for improved prediction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🔗 IoT Platform Integration: </a:t>
            </a:r>
            <a:r>
              <a:rPr sz="1200">
                <a:solidFill>
                  <a:srgbClr val="464646"/>
                </a:solidFill>
              </a:rPr>
              <a:t>ThingSpeak, Blynk, MQTT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📍 GPS Location Tracking: </a:t>
            </a:r>
            <a:r>
              <a:rPr sz="1200">
                <a:solidFill>
                  <a:srgbClr val="464646"/>
                </a:solidFill>
              </a:rPr>
              <a:t>Multi-location monitoring and mapping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🎯 Air Purifier Control: </a:t>
            </a:r>
            <a:r>
              <a:rPr sz="1200">
                <a:solidFill>
                  <a:srgbClr val="464646"/>
                </a:solidFill>
              </a:rPr>
              <a:t>Automated control of air purification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59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📊 Advanced Analytics: </a:t>
            </a:r>
            <a:r>
              <a:rPr sz="1200">
                <a:solidFill>
                  <a:srgbClr val="464646"/>
                </a:solidFill>
              </a:rPr>
              <a:t>Machine learning insights and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399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🔊 Voice Assistants: </a:t>
            </a:r>
            <a:r>
              <a:rPr sz="1200">
                <a:solidFill>
                  <a:srgbClr val="464646"/>
                </a:solidFill>
              </a:rPr>
              <a:t>Alexa, Google Home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39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📧 SMS Notifications: </a:t>
            </a:r>
            <a:r>
              <a:rPr sz="1200">
                <a:solidFill>
                  <a:srgbClr val="464646"/>
                </a:solidFill>
              </a:rPr>
              <a:t>Real-time alerts via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583679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764BA2"/>
                </a:solidFill>
              </a:rPr>
              <a:t>🌡️ Additional Sensors: </a:t>
            </a:r>
            <a:r>
              <a:rPr sz="1200">
                <a:solidFill>
                  <a:srgbClr val="464646"/>
                </a:solidFill>
              </a:rPr>
              <a:t>CO2, PM2.5, PM10, VOC sensors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6936" y="286247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4135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✓ Comprehensive IoT solution for air quality monitoring</a:t>
            </a:r>
          </a:p>
          <a:p>
            <a:endParaRPr dirty="0"/>
          </a:p>
          <a:p>
            <a:pPr algn="ctr"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✓ 81.66% accurate machine learning predictions</a:t>
            </a:r>
          </a:p>
          <a:p>
            <a:endParaRPr dirty="0"/>
          </a:p>
          <a:p>
            <a:pPr algn="ctr"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✓ User-friendly web dashboard with real-time updates</a:t>
            </a:r>
          </a:p>
          <a:p>
            <a:endParaRPr dirty="0"/>
          </a:p>
          <a:p>
            <a:pPr algn="ctr"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✓ Production-ready with enterprise features</a:t>
            </a:r>
          </a:p>
          <a:p>
            <a:endParaRPr dirty="0"/>
          </a:p>
          <a:p>
            <a:pPr algn="ctr"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✓ Scalable, cost-effective, and easy to deploy</a:t>
            </a:r>
          </a:p>
          <a:p>
            <a:endParaRPr dirty="0"/>
          </a:p>
          <a:p>
            <a:pPr algn="ctr"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✓ Ideal for homes, offices, industries, and research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1122</Words>
  <Application>Microsoft Office PowerPoint</Application>
  <PresentationFormat>On-screen Show (4:3)</PresentationFormat>
  <Paragraphs>191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Devendra Reddy</cp:lastModifiedBy>
  <cp:revision>3</cp:revision>
  <dcterms:created xsi:type="dcterms:W3CDTF">2013-01-27T09:14:16Z</dcterms:created>
  <dcterms:modified xsi:type="dcterms:W3CDTF">2026-02-12T04:50:16Z</dcterms:modified>
  <cp:category/>
</cp:coreProperties>
</file>